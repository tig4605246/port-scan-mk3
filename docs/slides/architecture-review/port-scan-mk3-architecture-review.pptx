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這一頁先把 review 邊界說清楚。
如果需求本身不需要分散式、raw packet 或極端效能優化，那架構就不應該提前為那些能力付出複雜度成本。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常見問題是「這個專案有必要切這麼多 package 嗎」或「為什麼不再簡化」。
這頁直接回答：因為這些能力如果留在隱含流程裡，reviewer 就無法清楚判斷風險控制點。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這裡可以順著圖走一次 happy path。
也要特別指出 scanner 的邊界是 Go 的 TCP dial/close 模型，而不是 raw packet 模式。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這頁可以連回最近的 SOLID refactor 文件。
核心論點是：邊界命名要對應風險與責任，不是對應程式碼行數。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這頁適合用對照圖講：我們沒有追求所有可能的能力，而是刻意選一條與現有需求匹配的路。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port-scan-mk3 Architecture Review</dc:title>
  <dc:subject>Architecture review deck for port-scan-mk3.
Focus: requirements, architecture, bottlenecks, trade-offs.
</dc:subject>
  <dc:creator>Codex</dc:creator>
  <cp:lastModifiedBy>Codex</cp:lastModifiedBy>
  <cp:revision>1</cp:revision>
  <dcterms:created xsi:type="dcterms:W3CDTF">2026-03-09T15:25:21Z</dcterms:created>
  <dcterms:modified xsi:type="dcterms:W3CDTF">2026-03-09T15:25:21Z</dcterms:modified>
</cp:coreProperties>
</file>